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70" r:id="rId5"/>
    <p:sldId id="266" r:id="rId6"/>
    <p:sldId id="265" r:id="rId7"/>
    <p:sldId id="259" r:id="rId8"/>
    <p:sldId id="260" r:id="rId9"/>
    <p:sldId id="263" r:id="rId10"/>
    <p:sldId id="261" r:id="rId11"/>
    <p:sldId id="271" r:id="rId12"/>
    <p:sldId id="272" r:id="rId13"/>
    <p:sldId id="262"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8" d="100"/>
          <a:sy n="98" d="100"/>
        </p:scale>
        <p:origin x="96"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ur, Sehijpreet" userId="6a49431a-7d5a-4f45-bae2-fe704ff43014" providerId="ADAL" clId="{0A8A70F3-EAAF-4FC6-B19D-1673BD9F86AF}"/>
    <pc:docChg chg="custSel delSld modSld">
      <pc:chgData name="Kaur, Sehijpreet" userId="6a49431a-7d5a-4f45-bae2-fe704ff43014" providerId="ADAL" clId="{0A8A70F3-EAAF-4FC6-B19D-1673BD9F86AF}" dt="2026-06-04T19:36:49.743" v="7" actId="47"/>
      <pc:docMkLst>
        <pc:docMk/>
      </pc:docMkLst>
      <pc:sldChg chg="del">
        <pc:chgData name="Kaur, Sehijpreet" userId="6a49431a-7d5a-4f45-bae2-fe704ff43014" providerId="ADAL" clId="{0A8A70F3-EAAF-4FC6-B19D-1673BD9F86AF}" dt="2026-06-04T19:36:49.743" v="7" actId="47"/>
        <pc:sldMkLst>
          <pc:docMk/>
          <pc:sldMk cId="556615500" sldId="258"/>
        </pc:sldMkLst>
      </pc:sldChg>
      <pc:sldChg chg="addSp delSp modSp mod">
        <pc:chgData name="Kaur, Sehijpreet" userId="6a49431a-7d5a-4f45-bae2-fe704ff43014" providerId="ADAL" clId="{0A8A70F3-EAAF-4FC6-B19D-1673BD9F86AF}" dt="2026-06-04T19:36:44.173" v="6" actId="1076"/>
        <pc:sldMkLst>
          <pc:docMk/>
          <pc:sldMk cId="2462099050" sldId="269"/>
        </pc:sldMkLst>
        <pc:spChg chg="add del mod">
          <ac:chgData name="Kaur, Sehijpreet" userId="6a49431a-7d5a-4f45-bae2-fe704ff43014" providerId="ADAL" clId="{0A8A70F3-EAAF-4FC6-B19D-1673BD9F86AF}" dt="2026-06-04T19:36:40.491" v="4" actId="22"/>
          <ac:spMkLst>
            <pc:docMk/>
            <pc:sldMk cId="2462099050" sldId="269"/>
            <ac:spMk id="7" creationId="{C5F260FA-DEA3-4C8D-FB13-2A8759BD892B}"/>
          </ac:spMkLst>
        </pc:spChg>
        <pc:picChg chg="del">
          <ac:chgData name="Kaur, Sehijpreet" userId="6a49431a-7d5a-4f45-bae2-fe704ff43014" providerId="ADAL" clId="{0A8A70F3-EAAF-4FC6-B19D-1673BD9F86AF}" dt="2026-06-04T19:36:38.351" v="3" actId="478"/>
          <ac:picMkLst>
            <pc:docMk/>
            <pc:sldMk cId="2462099050" sldId="269"/>
            <ac:picMk id="5" creationId="{0AE2DF4C-3876-29F3-99A5-9BBB5306238B}"/>
          </ac:picMkLst>
        </pc:picChg>
        <pc:picChg chg="add mod ord">
          <ac:chgData name="Kaur, Sehijpreet" userId="6a49431a-7d5a-4f45-bae2-fe704ff43014" providerId="ADAL" clId="{0A8A70F3-EAAF-4FC6-B19D-1673BD9F86AF}" dt="2026-06-04T19:36:44.173" v="6" actId="1076"/>
          <ac:picMkLst>
            <pc:docMk/>
            <pc:sldMk cId="2462099050" sldId="269"/>
            <ac:picMk id="9" creationId="{CDC04425-022A-D1A4-51DC-285F23496E90}"/>
          </ac:picMkLst>
        </pc:picChg>
      </pc:sldChg>
      <pc:sldChg chg="addSp delSp modSp mod">
        <pc:chgData name="Kaur, Sehijpreet" userId="6a49431a-7d5a-4f45-bae2-fe704ff43014" providerId="ADAL" clId="{0A8A70F3-EAAF-4FC6-B19D-1673BD9F86AF}" dt="2026-06-04T19:36:10.638" v="2" actId="14100"/>
        <pc:sldMkLst>
          <pc:docMk/>
          <pc:sldMk cId="71905503" sldId="270"/>
        </pc:sldMkLst>
        <pc:spChg chg="add del mod">
          <ac:chgData name="Kaur, Sehijpreet" userId="6a49431a-7d5a-4f45-bae2-fe704ff43014" providerId="ADAL" clId="{0A8A70F3-EAAF-4FC6-B19D-1673BD9F86AF}" dt="2026-06-04T19:36:08.137" v="1" actId="22"/>
          <ac:spMkLst>
            <pc:docMk/>
            <pc:sldMk cId="71905503" sldId="270"/>
            <ac:spMk id="7" creationId="{609B35DB-0B86-2FC5-808C-EE7871D85624}"/>
          </ac:spMkLst>
        </pc:spChg>
        <pc:picChg chg="del">
          <ac:chgData name="Kaur, Sehijpreet" userId="6a49431a-7d5a-4f45-bae2-fe704ff43014" providerId="ADAL" clId="{0A8A70F3-EAAF-4FC6-B19D-1673BD9F86AF}" dt="2026-06-04T19:36:06.321" v="0" actId="478"/>
          <ac:picMkLst>
            <pc:docMk/>
            <pc:sldMk cId="71905503" sldId="270"/>
            <ac:picMk id="5" creationId="{2C230254-9565-74CE-53FD-F9AEF540F549}"/>
          </ac:picMkLst>
        </pc:picChg>
        <pc:picChg chg="add mod ord">
          <ac:chgData name="Kaur, Sehijpreet" userId="6a49431a-7d5a-4f45-bae2-fe704ff43014" providerId="ADAL" clId="{0A8A70F3-EAAF-4FC6-B19D-1673BD9F86AF}" dt="2026-06-04T19:36:10.638" v="2" actId="14100"/>
          <ac:picMkLst>
            <pc:docMk/>
            <pc:sldMk cId="71905503" sldId="270"/>
            <ac:picMk id="9" creationId="{31946730-617F-FA46-4912-055F0F0BEF8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B5ACB-C7AE-B569-6DAA-CE8E159400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05F377C-4B7C-1E76-22AE-B0755E7213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1B9AC1-9D98-C53C-C3B2-FA7C5CB712D3}"/>
              </a:ext>
            </a:extLst>
          </p:cNvPr>
          <p:cNvSpPr>
            <a:spLocks noGrp="1"/>
          </p:cNvSpPr>
          <p:nvPr>
            <p:ph type="dt" sz="half" idx="10"/>
          </p:nvPr>
        </p:nvSpPr>
        <p:spPr/>
        <p:txBody>
          <a:bodyPr/>
          <a:lstStyle/>
          <a:p>
            <a:fld id="{BCEB6F0F-BEDC-4C7C-80ED-6A5DC2E83CE7}" type="datetimeFigureOut">
              <a:rPr lang="en-US" smtClean="0"/>
              <a:t>5/29/2026</a:t>
            </a:fld>
            <a:endParaRPr lang="en-US"/>
          </a:p>
        </p:txBody>
      </p:sp>
      <p:sp>
        <p:nvSpPr>
          <p:cNvPr id="5" name="Footer Placeholder 4">
            <a:extLst>
              <a:ext uri="{FF2B5EF4-FFF2-40B4-BE49-F238E27FC236}">
                <a16:creationId xmlns:a16="http://schemas.microsoft.com/office/drawing/2014/main" id="{ED8C8F48-4E0A-5577-DB81-3D8306122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7FA2B2-C46D-291B-E516-8F2A23B271FB}"/>
              </a:ext>
            </a:extLst>
          </p:cNvPr>
          <p:cNvSpPr>
            <a:spLocks noGrp="1"/>
          </p:cNvSpPr>
          <p:nvPr>
            <p:ph type="sldNum" sz="quarter" idx="12"/>
          </p:nvPr>
        </p:nvSpPr>
        <p:spPr/>
        <p:txBody>
          <a:bodyPr/>
          <a:lstStyle/>
          <a:p>
            <a:fld id="{1950D1D4-7F64-48E7-9B9E-49CCDA9392DE}" type="slidenum">
              <a:rPr lang="en-US" smtClean="0"/>
              <a:t>‹#›</a:t>
            </a:fld>
            <a:endParaRPr lang="en-US"/>
          </a:p>
        </p:txBody>
      </p:sp>
    </p:spTree>
    <p:extLst>
      <p:ext uri="{BB962C8B-B14F-4D97-AF65-F5344CB8AC3E}">
        <p14:creationId xmlns:p14="http://schemas.microsoft.com/office/powerpoint/2010/main" val="730541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99D77-B481-9A94-3F18-3B1EEE338A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6D1D74-03D4-A63C-D970-BDA1875B0D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5C9B53-1949-CC77-EF0B-FCD31DA282C0}"/>
              </a:ext>
            </a:extLst>
          </p:cNvPr>
          <p:cNvSpPr>
            <a:spLocks noGrp="1"/>
          </p:cNvSpPr>
          <p:nvPr>
            <p:ph type="dt" sz="half" idx="10"/>
          </p:nvPr>
        </p:nvSpPr>
        <p:spPr/>
        <p:txBody>
          <a:bodyPr/>
          <a:lstStyle/>
          <a:p>
            <a:fld id="{BCEB6F0F-BEDC-4C7C-80ED-6A5DC2E83CE7}" type="datetimeFigureOut">
              <a:rPr lang="en-US" smtClean="0"/>
              <a:t>5/29/2026</a:t>
            </a:fld>
            <a:endParaRPr lang="en-US"/>
          </a:p>
        </p:txBody>
      </p:sp>
      <p:sp>
        <p:nvSpPr>
          <p:cNvPr id="5" name="Footer Placeholder 4">
            <a:extLst>
              <a:ext uri="{FF2B5EF4-FFF2-40B4-BE49-F238E27FC236}">
                <a16:creationId xmlns:a16="http://schemas.microsoft.com/office/drawing/2014/main" id="{A471891F-C0DA-C736-8C4D-1472502C1C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453AB9-4110-C8EA-86A1-730FA035A582}"/>
              </a:ext>
            </a:extLst>
          </p:cNvPr>
          <p:cNvSpPr>
            <a:spLocks noGrp="1"/>
          </p:cNvSpPr>
          <p:nvPr>
            <p:ph type="sldNum" sz="quarter" idx="12"/>
          </p:nvPr>
        </p:nvSpPr>
        <p:spPr/>
        <p:txBody>
          <a:bodyPr/>
          <a:lstStyle/>
          <a:p>
            <a:fld id="{1950D1D4-7F64-48E7-9B9E-49CCDA9392DE}" type="slidenum">
              <a:rPr lang="en-US" smtClean="0"/>
              <a:t>‹#›</a:t>
            </a:fld>
            <a:endParaRPr lang="en-US"/>
          </a:p>
        </p:txBody>
      </p:sp>
    </p:spTree>
    <p:extLst>
      <p:ext uri="{BB962C8B-B14F-4D97-AF65-F5344CB8AC3E}">
        <p14:creationId xmlns:p14="http://schemas.microsoft.com/office/powerpoint/2010/main" val="1054778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B46B5-0606-3181-5F3C-C8C1711A19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B07ADD-24CE-977E-1E67-0BA26BF81A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08AE54-BD78-E28B-947E-5CA62C7E37EF}"/>
              </a:ext>
            </a:extLst>
          </p:cNvPr>
          <p:cNvSpPr>
            <a:spLocks noGrp="1"/>
          </p:cNvSpPr>
          <p:nvPr>
            <p:ph type="dt" sz="half" idx="10"/>
          </p:nvPr>
        </p:nvSpPr>
        <p:spPr/>
        <p:txBody>
          <a:bodyPr/>
          <a:lstStyle/>
          <a:p>
            <a:fld id="{BCEB6F0F-BEDC-4C7C-80ED-6A5DC2E83CE7}" type="datetimeFigureOut">
              <a:rPr lang="en-US" smtClean="0"/>
              <a:t>5/29/2026</a:t>
            </a:fld>
            <a:endParaRPr lang="en-US"/>
          </a:p>
        </p:txBody>
      </p:sp>
      <p:sp>
        <p:nvSpPr>
          <p:cNvPr id="5" name="Footer Placeholder 4">
            <a:extLst>
              <a:ext uri="{FF2B5EF4-FFF2-40B4-BE49-F238E27FC236}">
                <a16:creationId xmlns:a16="http://schemas.microsoft.com/office/drawing/2014/main" id="{B2F89F16-9DB0-5567-7F94-3275B7F40E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D35C5A-973D-2A7E-1F97-7D63F3AC8426}"/>
              </a:ext>
            </a:extLst>
          </p:cNvPr>
          <p:cNvSpPr>
            <a:spLocks noGrp="1"/>
          </p:cNvSpPr>
          <p:nvPr>
            <p:ph type="sldNum" sz="quarter" idx="12"/>
          </p:nvPr>
        </p:nvSpPr>
        <p:spPr/>
        <p:txBody>
          <a:bodyPr/>
          <a:lstStyle/>
          <a:p>
            <a:fld id="{1950D1D4-7F64-48E7-9B9E-49CCDA9392DE}" type="slidenum">
              <a:rPr lang="en-US" smtClean="0"/>
              <a:t>‹#›</a:t>
            </a:fld>
            <a:endParaRPr lang="en-US"/>
          </a:p>
        </p:txBody>
      </p:sp>
    </p:spTree>
    <p:extLst>
      <p:ext uri="{BB962C8B-B14F-4D97-AF65-F5344CB8AC3E}">
        <p14:creationId xmlns:p14="http://schemas.microsoft.com/office/powerpoint/2010/main" val="4030767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02F0A-490B-5778-67C3-63B07D8224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374EDE-76C1-BC20-8C3F-96513D7CAE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AC27E1-D2BD-33D8-D7D6-8E707D2A9A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8A61BF-C0FE-0345-7054-6FB4FE077B92}"/>
              </a:ext>
            </a:extLst>
          </p:cNvPr>
          <p:cNvSpPr>
            <a:spLocks noGrp="1"/>
          </p:cNvSpPr>
          <p:nvPr>
            <p:ph type="dt" sz="half" idx="10"/>
          </p:nvPr>
        </p:nvSpPr>
        <p:spPr/>
        <p:txBody>
          <a:bodyPr/>
          <a:lstStyle/>
          <a:p>
            <a:fld id="{BCEB6F0F-BEDC-4C7C-80ED-6A5DC2E83CE7}" type="datetimeFigureOut">
              <a:rPr lang="en-US" smtClean="0"/>
              <a:t>5/29/2026</a:t>
            </a:fld>
            <a:endParaRPr lang="en-US"/>
          </a:p>
        </p:txBody>
      </p:sp>
      <p:sp>
        <p:nvSpPr>
          <p:cNvPr id="6" name="Footer Placeholder 5">
            <a:extLst>
              <a:ext uri="{FF2B5EF4-FFF2-40B4-BE49-F238E27FC236}">
                <a16:creationId xmlns:a16="http://schemas.microsoft.com/office/drawing/2014/main" id="{A763C4E2-09E2-FA25-ADB6-5105DC921A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1A4CDA-83A4-02F7-E08A-A40EA7C56053}"/>
              </a:ext>
            </a:extLst>
          </p:cNvPr>
          <p:cNvSpPr>
            <a:spLocks noGrp="1"/>
          </p:cNvSpPr>
          <p:nvPr>
            <p:ph type="sldNum" sz="quarter" idx="12"/>
          </p:nvPr>
        </p:nvSpPr>
        <p:spPr/>
        <p:txBody>
          <a:bodyPr/>
          <a:lstStyle/>
          <a:p>
            <a:fld id="{1950D1D4-7F64-48E7-9B9E-49CCDA9392DE}" type="slidenum">
              <a:rPr lang="en-US" smtClean="0"/>
              <a:t>‹#›</a:t>
            </a:fld>
            <a:endParaRPr lang="en-US"/>
          </a:p>
        </p:txBody>
      </p:sp>
    </p:spTree>
    <p:extLst>
      <p:ext uri="{BB962C8B-B14F-4D97-AF65-F5344CB8AC3E}">
        <p14:creationId xmlns:p14="http://schemas.microsoft.com/office/powerpoint/2010/main" val="1237009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DC3FB-3910-B5DB-706F-9BE81FC31A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DF24DE-FB4D-5275-3026-4B25AE6142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A0A714-0FAC-E494-B3BE-619EB9E75C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8ECC42-2CD4-2B63-793F-AC752DB41E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309DE7-7851-C47A-4232-AE2E19E9DE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5287DE-15A7-BE76-DA0E-4E2FE2CC0F67}"/>
              </a:ext>
            </a:extLst>
          </p:cNvPr>
          <p:cNvSpPr>
            <a:spLocks noGrp="1"/>
          </p:cNvSpPr>
          <p:nvPr>
            <p:ph type="dt" sz="half" idx="10"/>
          </p:nvPr>
        </p:nvSpPr>
        <p:spPr/>
        <p:txBody>
          <a:bodyPr/>
          <a:lstStyle/>
          <a:p>
            <a:fld id="{BCEB6F0F-BEDC-4C7C-80ED-6A5DC2E83CE7}" type="datetimeFigureOut">
              <a:rPr lang="en-US" smtClean="0"/>
              <a:t>5/29/2026</a:t>
            </a:fld>
            <a:endParaRPr lang="en-US"/>
          </a:p>
        </p:txBody>
      </p:sp>
      <p:sp>
        <p:nvSpPr>
          <p:cNvPr id="8" name="Footer Placeholder 7">
            <a:extLst>
              <a:ext uri="{FF2B5EF4-FFF2-40B4-BE49-F238E27FC236}">
                <a16:creationId xmlns:a16="http://schemas.microsoft.com/office/drawing/2014/main" id="{2CFFFF76-7021-D79A-0DDF-00C345D32F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558AAD-21BF-F8BA-F14F-810007A858EA}"/>
              </a:ext>
            </a:extLst>
          </p:cNvPr>
          <p:cNvSpPr>
            <a:spLocks noGrp="1"/>
          </p:cNvSpPr>
          <p:nvPr>
            <p:ph type="sldNum" sz="quarter" idx="12"/>
          </p:nvPr>
        </p:nvSpPr>
        <p:spPr/>
        <p:txBody>
          <a:bodyPr/>
          <a:lstStyle/>
          <a:p>
            <a:fld id="{1950D1D4-7F64-48E7-9B9E-49CCDA9392DE}" type="slidenum">
              <a:rPr lang="en-US" smtClean="0"/>
              <a:t>‹#›</a:t>
            </a:fld>
            <a:endParaRPr lang="en-US"/>
          </a:p>
        </p:txBody>
      </p:sp>
    </p:spTree>
    <p:extLst>
      <p:ext uri="{BB962C8B-B14F-4D97-AF65-F5344CB8AC3E}">
        <p14:creationId xmlns:p14="http://schemas.microsoft.com/office/powerpoint/2010/main" val="2257827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E3CD5-4568-D28E-5552-68C3DF4D74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F7C67F-0880-11CE-2801-EA019614A854}"/>
              </a:ext>
            </a:extLst>
          </p:cNvPr>
          <p:cNvSpPr>
            <a:spLocks noGrp="1"/>
          </p:cNvSpPr>
          <p:nvPr>
            <p:ph type="dt" sz="half" idx="10"/>
          </p:nvPr>
        </p:nvSpPr>
        <p:spPr/>
        <p:txBody>
          <a:bodyPr/>
          <a:lstStyle/>
          <a:p>
            <a:fld id="{BCEB6F0F-BEDC-4C7C-80ED-6A5DC2E83CE7}" type="datetimeFigureOut">
              <a:rPr lang="en-US" smtClean="0"/>
              <a:t>5/29/2026</a:t>
            </a:fld>
            <a:endParaRPr lang="en-US"/>
          </a:p>
        </p:txBody>
      </p:sp>
      <p:sp>
        <p:nvSpPr>
          <p:cNvPr id="4" name="Footer Placeholder 3">
            <a:extLst>
              <a:ext uri="{FF2B5EF4-FFF2-40B4-BE49-F238E27FC236}">
                <a16:creationId xmlns:a16="http://schemas.microsoft.com/office/drawing/2014/main" id="{20D4ECD7-D076-8320-E4A2-330A22A3D8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6E8B84-B6C7-3FE2-5384-1BEEF52481BA}"/>
              </a:ext>
            </a:extLst>
          </p:cNvPr>
          <p:cNvSpPr>
            <a:spLocks noGrp="1"/>
          </p:cNvSpPr>
          <p:nvPr>
            <p:ph type="sldNum" sz="quarter" idx="12"/>
          </p:nvPr>
        </p:nvSpPr>
        <p:spPr/>
        <p:txBody>
          <a:bodyPr/>
          <a:lstStyle/>
          <a:p>
            <a:fld id="{1950D1D4-7F64-48E7-9B9E-49CCDA9392DE}" type="slidenum">
              <a:rPr lang="en-US" smtClean="0"/>
              <a:t>‹#›</a:t>
            </a:fld>
            <a:endParaRPr lang="en-US"/>
          </a:p>
        </p:txBody>
      </p:sp>
    </p:spTree>
    <p:extLst>
      <p:ext uri="{BB962C8B-B14F-4D97-AF65-F5344CB8AC3E}">
        <p14:creationId xmlns:p14="http://schemas.microsoft.com/office/powerpoint/2010/main" val="106724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0093E2-64F8-6198-6581-EFB87A0224D9}"/>
              </a:ext>
            </a:extLst>
          </p:cNvPr>
          <p:cNvSpPr>
            <a:spLocks noGrp="1"/>
          </p:cNvSpPr>
          <p:nvPr>
            <p:ph type="dt" sz="half" idx="10"/>
          </p:nvPr>
        </p:nvSpPr>
        <p:spPr/>
        <p:txBody>
          <a:bodyPr/>
          <a:lstStyle/>
          <a:p>
            <a:fld id="{BCEB6F0F-BEDC-4C7C-80ED-6A5DC2E83CE7}" type="datetimeFigureOut">
              <a:rPr lang="en-US" smtClean="0"/>
              <a:t>5/29/2026</a:t>
            </a:fld>
            <a:endParaRPr lang="en-US"/>
          </a:p>
        </p:txBody>
      </p:sp>
      <p:sp>
        <p:nvSpPr>
          <p:cNvPr id="3" name="Footer Placeholder 2">
            <a:extLst>
              <a:ext uri="{FF2B5EF4-FFF2-40B4-BE49-F238E27FC236}">
                <a16:creationId xmlns:a16="http://schemas.microsoft.com/office/drawing/2014/main" id="{C6CAB2CC-E7CA-168E-C632-C15EE6ED5A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F56D19-A057-B28B-6330-4138CE06A630}"/>
              </a:ext>
            </a:extLst>
          </p:cNvPr>
          <p:cNvSpPr>
            <a:spLocks noGrp="1"/>
          </p:cNvSpPr>
          <p:nvPr>
            <p:ph type="sldNum" sz="quarter" idx="12"/>
          </p:nvPr>
        </p:nvSpPr>
        <p:spPr/>
        <p:txBody>
          <a:bodyPr/>
          <a:lstStyle/>
          <a:p>
            <a:fld id="{1950D1D4-7F64-48E7-9B9E-49CCDA9392DE}" type="slidenum">
              <a:rPr lang="en-US" smtClean="0"/>
              <a:t>‹#›</a:t>
            </a:fld>
            <a:endParaRPr lang="en-US"/>
          </a:p>
        </p:txBody>
      </p:sp>
    </p:spTree>
    <p:extLst>
      <p:ext uri="{BB962C8B-B14F-4D97-AF65-F5344CB8AC3E}">
        <p14:creationId xmlns:p14="http://schemas.microsoft.com/office/powerpoint/2010/main" val="2996971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E6683-66BD-0A81-F77A-9449680574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B209A0-75FD-3F1E-718B-43F59E2139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8324FB-C3A0-BAB1-403E-18F5D700A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6CB1EE-8EEE-08C9-A4BA-A44BAC3C501F}"/>
              </a:ext>
            </a:extLst>
          </p:cNvPr>
          <p:cNvSpPr>
            <a:spLocks noGrp="1"/>
          </p:cNvSpPr>
          <p:nvPr>
            <p:ph type="dt" sz="half" idx="10"/>
          </p:nvPr>
        </p:nvSpPr>
        <p:spPr/>
        <p:txBody>
          <a:bodyPr/>
          <a:lstStyle/>
          <a:p>
            <a:fld id="{BCEB6F0F-BEDC-4C7C-80ED-6A5DC2E83CE7}" type="datetimeFigureOut">
              <a:rPr lang="en-US" smtClean="0"/>
              <a:t>5/29/2026</a:t>
            </a:fld>
            <a:endParaRPr lang="en-US"/>
          </a:p>
        </p:txBody>
      </p:sp>
      <p:sp>
        <p:nvSpPr>
          <p:cNvPr id="6" name="Footer Placeholder 5">
            <a:extLst>
              <a:ext uri="{FF2B5EF4-FFF2-40B4-BE49-F238E27FC236}">
                <a16:creationId xmlns:a16="http://schemas.microsoft.com/office/drawing/2014/main" id="{30B6A214-C687-193C-3038-4B3E26EE7C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4CEB36-4B15-B759-BA89-4EB3FA235163}"/>
              </a:ext>
            </a:extLst>
          </p:cNvPr>
          <p:cNvSpPr>
            <a:spLocks noGrp="1"/>
          </p:cNvSpPr>
          <p:nvPr>
            <p:ph type="sldNum" sz="quarter" idx="12"/>
          </p:nvPr>
        </p:nvSpPr>
        <p:spPr/>
        <p:txBody>
          <a:bodyPr/>
          <a:lstStyle/>
          <a:p>
            <a:fld id="{1950D1D4-7F64-48E7-9B9E-49CCDA9392DE}" type="slidenum">
              <a:rPr lang="en-US" smtClean="0"/>
              <a:t>‹#›</a:t>
            </a:fld>
            <a:endParaRPr lang="en-US"/>
          </a:p>
        </p:txBody>
      </p:sp>
    </p:spTree>
    <p:extLst>
      <p:ext uri="{BB962C8B-B14F-4D97-AF65-F5344CB8AC3E}">
        <p14:creationId xmlns:p14="http://schemas.microsoft.com/office/powerpoint/2010/main" val="4070075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81062-B2B5-62DA-009E-45E8819563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FAE6D5-3980-E562-1199-CAA1AC9C60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33BA06-D104-EFFA-1E27-6002F74E86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51E4D2-47E5-D736-4602-E702064F4A8B}"/>
              </a:ext>
            </a:extLst>
          </p:cNvPr>
          <p:cNvSpPr>
            <a:spLocks noGrp="1"/>
          </p:cNvSpPr>
          <p:nvPr>
            <p:ph type="dt" sz="half" idx="10"/>
          </p:nvPr>
        </p:nvSpPr>
        <p:spPr/>
        <p:txBody>
          <a:bodyPr/>
          <a:lstStyle/>
          <a:p>
            <a:fld id="{BCEB6F0F-BEDC-4C7C-80ED-6A5DC2E83CE7}" type="datetimeFigureOut">
              <a:rPr lang="en-US" smtClean="0"/>
              <a:t>5/29/2026</a:t>
            </a:fld>
            <a:endParaRPr lang="en-US"/>
          </a:p>
        </p:txBody>
      </p:sp>
      <p:sp>
        <p:nvSpPr>
          <p:cNvPr id="6" name="Footer Placeholder 5">
            <a:extLst>
              <a:ext uri="{FF2B5EF4-FFF2-40B4-BE49-F238E27FC236}">
                <a16:creationId xmlns:a16="http://schemas.microsoft.com/office/drawing/2014/main" id="{A22CCD9F-0D8C-158B-A2B7-E2E91ADADC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852442-09B4-1B03-038F-696BDDB3227B}"/>
              </a:ext>
            </a:extLst>
          </p:cNvPr>
          <p:cNvSpPr>
            <a:spLocks noGrp="1"/>
          </p:cNvSpPr>
          <p:nvPr>
            <p:ph type="sldNum" sz="quarter" idx="12"/>
          </p:nvPr>
        </p:nvSpPr>
        <p:spPr/>
        <p:txBody>
          <a:bodyPr/>
          <a:lstStyle/>
          <a:p>
            <a:fld id="{1950D1D4-7F64-48E7-9B9E-49CCDA9392DE}" type="slidenum">
              <a:rPr lang="en-US" smtClean="0"/>
              <a:t>‹#›</a:t>
            </a:fld>
            <a:endParaRPr lang="en-US"/>
          </a:p>
        </p:txBody>
      </p:sp>
    </p:spTree>
    <p:extLst>
      <p:ext uri="{BB962C8B-B14F-4D97-AF65-F5344CB8AC3E}">
        <p14:creationId xmlns:p14="http://schemas.microsoft.com/office/powerpoint/2010/main" val="3238270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3CD01-29B5-4937-3011-ADB7AC1D62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370093-505A-76F8-D2C2-26651CA313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FC40B-F600-79B4-72E5-5B90B2CF8D66}"/>
              </a:ext>
            </a:extLst>
          </p:cNvPr>
          <p:cNvSpPr>
            <a:spLocks noGrp="1"/>
          </p:cNvSpPr>
          <p:nvPr>
            <p:ph type="dt" sz="half" idx="10"/>
          </p:nvPr>
        </p:nvSpPr>
        <p:spPr/>
        <p:txBody>
          <a:bodyPr/>
          <a:lstStyle/>
          <a:p>
            <a:fld id="{BCEB6F0F-BEDC-4C7C-80ED-6A5DC2E83CE7}" type="datetimeFigureOut">
              <a:rPr lang="en-US" smtClean="0"/>
              <a:t>5/29/2026</a:t>
            </a:fld>
            <a:endParaRPr lang="en-US"/>
          </a:p>
        </p:txBody>
      </p:sp>
      <p:sp>
        <p:nvSpPr>
          <p:cNvPr id="5" name="Footer Placeholder 4">
            <a:extLst>
              <a:ext uri="{FF2B5EF4-FFF2-40B4-BE49-F238E27FC236}">
                <a16:creationId xmlns:a16="http://schemas.microsoft.com/office/drawing/2014/main" id="{073C21ED-18CA-4007-AFDA-E928CE7804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B45C3E-B57B-ABE9-E875-B16721C206C9}"/>
              </a:ext>
            </a:extLst>
          </p:cNvPr>
          <p:cNvSpPr>
            <a:spLocks noGrp="1"/>
          </p:cNvSpPr>
          <p:nvPr>
            <p:ph type="sldNum" sz="quarter" idx="12"/>
          </p:nvPr>
        </p:nvSpPr>
        <p:spPr/>
        <p:txBody>
          <a:bodyPr/>
          <a:lstStyle/>
          <a:p>
            <a:fld id="{1950D1D4-7F64-48E7-9B9E-49CCDA9392DE}" type="slidenum">
              <a:rPr lang="en-US" smtClean="0"/>
              <a:t>‹#›</a:t>
            </a:fld>
            <a:endParaRPr lang="en-US"/>
          </a:p>
        </p:txBody>
      </p:sp>
    </p:spTree>
    <p:extLst>
      <p:ext uri="{BB962C8B-B14F-4D97-AF65-F5344CB8AC3E}">
        <p14:creationId xmlns:p14="http://schemas.microsoft.com/office/powerpoint/2010/main" val="898014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F53DD4-6190-6B6F-C7E8-E084FFE66D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F21C8E-3837-EDA0-9BBE-E31EAA126F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463AB7-0E94-5E86-6BE5-E29B712550DF}"/>
              </a:ext>
            </a:extLst>
          </p:cNvPr>
          <p:cNvSpPr>
            <a:spLocks noGrp="1"/>
          </p:cNvSpPr>
          <p:nvPr>
            <p:ph type="dt" sz="half" idx="10"/>
          </p:nvPr>
        </p:nvSpPr>
        <p:spPr/>
        <p:txBody>
          <a:bodyPr/>
          <a:lstStyle/>
          <a:p>
            <a:fld id="{BCEB6F0F-BEDC-4C7C-80ED-6A5DC2E83CE7}" type="datetimeFigureOut">
              <a:rPr lang="en-US" smtClean="0"/>
              <a:t>5/29/2026</a:t>
            </a:fld>
            <a:endParaRPr lang="en-US"/>
          </a:p>
        </p:txBody>
      </p:sp>
      <p:sp>
        <p:nvSpPr>
          <p:cNvPr id="5" name="Footer Placeholder 4">
            <a:extLst>
              <a:ext uri="{FF2B5EF4-FFF2-40B4-BE49-F238E27FC236}">
                <a16:creationId xmlns:a16="http://schemas.microsoft.com/office/drawing/2014/main" id="{9222C046-155E-A1A8-5C59-FB6253C5DF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8B80C1-CE03-422A-F931-FE27B7F1516F}"/>
              </a:ext>
            </a:extLst>
          </p:cNvPr>
          <p:cNvSpPr>
            <a:spLocks noGrp="1"/>
          </p:cNvSpPr>
          <p:nvPr>
            <p:ph type="sldNum" sz="quarter" idx="12"/>
          </p:nvPr>
        </p:nvSpPr>
        <p:spPr/>
        <p:txBody>
          <a:bodyPr/>
          <a:lstStyle/>
          <a:p>
            <a:fld id="{1950D1D4-7F64-48E7-9B9E-49CCDA9392DE}" type="slidenum">
              <a:rPr lang="en-US" smtClean="0"/>
              <a:t>‹#›</a:t>
            </a:fld>
            <a:endParaRPr lang="en-US"/>
          </a:p>
        </p:txBody>
      </p:sp>
    </p:spTree>
    <p:extLst>
      <p:ext uri="{BB962C8B-B14F-4D97-AF65-F5344CB8AC3E}">
        <p14:creationId xmlns:p14="http://schemas.microsoft.com/office/powerpoint/2010/main" val="2841246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0E6D4F-A56A-DA54-1A04-21F0BC9E7D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E79351-198B-55BD-3E6B-968E96F531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2EB14B-DEAD-C9A7-A37B-F80DB2D7AB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EB6F0F-BEDC-4C7C-80ED-6A5DC2E83CE7}" type="datetimeFigureOut">
              <a:rPr lang="en-US" smtClean="0"/>
              <a:t>5/29/2026</a:t>
            </a:fld>
            <a:endParaRPr lang="en-US"/>
          </a:p>
        </p:txBody>
      </p:sp>
      <p:sp>
        <p:nvSpPr>
          <p:cNvPr id="5" name="Footer Placeholder 4">
            <a:extLst>
              <a:ext uri="{FF2B5EF4-FFF2-40B4-BE49-F238E27FC236}">
                <a16:creationId xmlns:a16="http://schemas.microsoft.com/office/drawing/2014/main" id="{42E27EB0-C1FC-C52B-0316-90DE857EDD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08EB601-9613-5C09-80A1-A1A4C69AF3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50D1D4-7F64-48E7-9B9E-49CCDA9392DE}" type="slidenum">
              <a:rPr lang="en-US" smtClean="0"/>
              <a:t>‹#›</a:t>
            </a:fld>
            <a:endParaRPr lang="en-US"/>
          </a:p>
        </p:txBody>
      </p:sp>
    </p:spTree>
    <p:extLst>
      <p:ext uri="{BB962C8B-B14F-4D97-AF65-F5344CB8AC3E}">
        <p14:creationId xmlns:p14="http://schemas.microsoft.com/office/powerpoint/2010/main" val="1442259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A06DF-5404-952A-A0C3-FF17C21F8B3B}"/>
              </a:ext>
            </a:extLst>
          </p:cNvPr>
          <p:cNvSpPr>
            <a:spLocks noGrp="1"/>
          </p:cNvSpPr>
          <p:nvPr>
            <p:ph type="ctrTitle"/>
          </p:nvPr>
        </p:nvSpPr>
        <p:spPr/>
        <p:txBody>
          <a:bodyPr/>
          <a:lstStyle/>
          <a:p>
            <a:r>
              <a:rPr lang="en-US" dirty="0"/>
              <a:t>P3</a:t>
            </a:r>
          </a:p>
        </p:txBody>
      </p:sp>
      <p:sp>
        <p:nvSpPr>
          <p:cNvPr id="3" name="Subtitle 2">
            <a:extLst>
              <a:ext uri="{FF2B5EF4-FFF2-40B4-BE49-F238E27FC236}">
                <a16:creationId xmlns:a16="http://schemas.microsoft.com/office/drawing/2014/main" id="{A44A64E1-5BF3-530D-F181-8B9623F051D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25998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66D5EB-B020-F5A8-558A-9003BD738A97}"/>
              </a:ext>
            </a:extLst>
          </p:cNvPr>
          <p:cNvSpPr>
            <a:spLocks noGrp="1"/>
          </p:cNvSpPr>
          <p:nvPr>
            <p:ph idx="1"/>
          </p:nvPr>
        </p:nvSpPr>
        <p:spPr>
          <a:xfrm>
            <a:off x="533400" y="558800"/>
            <a:ext cx="10515600" cy="4351338"/>
          </a:xfrm>
        </p:spPr>
        <p:txBody>
          <a:bodyPr>
            <a:normAutofit fontScale="77500" lnSpcReduction="20000"/>
          </a:bodyPr>
          <a:lstStyle/>
          <a:p>
            <a:r>
              <a:rPr lang="en-US" dirty="0"/>
              <a:t>Phenomics data at different stages</a:t>
            </a:r>
          </a:p>
          <a:p>
            <a:r>
              <a:rPr lang="en-US" dirty="0"/>
              <a:t>Yield data at different stages</a:t>
            </a:r>
          </a:p>
          <a:p>
            <a:r>
              <a:rPr lang="en-US" dirty="0"/>
              <a:t>Genomic data</a:t>
            </a:r>
          </a:p>
          <a:p>
            <a:endParaRPr lang="en-US" dirty="0"/>
          </a:p>
          <a:p>
            <a:endParaRPr lang="en-US" dirty="0"/>
          </a:p>
          <a:p>
            <a:endParaRPr lang="en-US" dirty="0"/>
          </a:p>
          <a:p>
            <a:endParaRPr lang="en-US" dirty="0"/>
          </a:p>
          <a:p>
            <a:pPr marL="0" indent="0">
              <a:buNone/>
            </a:pPr>
            <a:r>
              <a:rPr lang="en-US" dirty="0" err="1"/>
              <a:t>Phenomic</a:t>
            </a:r>
            <a:r>
              <a:rPr lang="en-US" dirty="0"/>
              <a:t> data</a:t>
            </a:r>
          </a:p>
          <a:p>
            <a:pPr marL="0" indent="0">
              <a:buNone/>
            </a:pPr>
            <a:r>
              <a:rPr lang="en-US" sz="1900" dirty="0"/>
              <a:t>Seasons are not aligned</a:t>
            </a:r>
          </a:p>
          <a:p>
            <a:pPr marL="0" indent="0">
              <a:buNone/>
            </a:pPr>
            <a:r>
              <a:rPr lang="en-US" sz="1900" dirty="0"/>
              <a:t>Some seasons are sparse</a:t>
            </a:r>
          </a:p>
          <a:p>
            <a:pPr marL="0" indent="0">
              <a:buNone/>
            </a:pPr>
            <a:r>
              <a:rPr lang="en-US" sz="1900" dirty="0"/>
              <a:t>Some are dense</a:t>
            </a:r>
          </a:p>
          <a:p>
            <a:pPr marL="0" indent="0">
              <a:buNone/>
            </a:pPr>
            <a:br>
              <a:rPr lang="en-US" sz="1900" dirty="0"/>
            </a:br>
            <a:endParaRPr lang="en-US" sz="1900" dirty="0"/>
          </a:p>
        </p:txBody>
      </p:sp>
      <p:pic>
        <p:nvPicPr>
          <p:cNvPr id="5" name="Picture 4">
            <a:extLst>
              <a:ext uri="{FF2B5EF4-FFF2-40B4-BE49-F238E27FC236}">
                <a16:creationId xmlns:a16="http://schemas.microsoft.com/office/drawing/2014/main" id="{8D11CD60-C20C-22C3-6501-DC0E49660414}"/>
              </a:ext>
            </a:extLst>
          </p:cNvPr>
          <p:cNvPicPr>
            <a:picLocks noChangeAspect="1"/>
          </p:cNvPicPr>
          <p:nvPr/>
        </p:nvPicPr>
        <p:blipFill>
          <a:blip r:embed="rId2"/>
          <a:stretch>
            <a:fillRect/>
          </a:stretch>
        </p:blipFill>
        <p:spPr>
          <a:xfrm>
            <a:off x="2894488" y="1258646"/>
            <a:ext cx="9087962" cy="5423142"/>
          </a:xfrm>
          <a:prstGeom prst="rect">
            <a:avLst/>
          </a:prstGeom>
        </p:spPr>
      </p:pic>
    </p:spTree>
    <p:extLst>
      <p:ext uri="{BB962C8B-B14F-4D97-AF65-F5344CB8AC3E}">
        <p14:creationId xmlns:p14="http://schemas.microsoft.com/office/powerpoint/2010/main" val="3634444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CDC04425-022A-D1A4-51DC-285F23496E90}"/>
              </a:ext>
            </a:extLst>
          </p:cNvPr>
          <p:cNvPicPr>
            <a:picLocks noGrp="1" noChangeAspect="1"/>
          </p:cNvPicPr>
          <p:nvPr>
            <p:ph idx="1"/>
          </p:nvPr>
        </p:nvPicPr>
        <p:blipFill>
          <a:blip r:embed="rId2"/>
          <a:stretch>
            <a:fillRect/>
          </a:stretch>
        </p:blipFill>
        <p:spPr>
          <a:xfrm>
            <a:off x="1263446" y="749030"/>
            <a:ext cx="9223720" cy="5554393"/>
          </a:xfrm>
          <a:prstGeom prst="rect">
            <a:avLst/>
          </a:prstGeom>
        </p:spPr>
      </p:pic>
    </p:spTree>
    <p:extLst>
      <p:ext uri="{BB962C8B-B14F-4D97-AF65-F5344CB8AC3E}">
        <p14:creationId xmlns:p14="http://schemas.microsoft.com/office/powerpoint/2010/main" val="2462099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31946730-617F-FA46-4912-055F0F0BEF89}"/>
              </a:ext>
            </a:extLst>
          </p:cNvPr>
          <p:cNvPicPr>
            <a:picLocks noGrp="1" noChangeAspect="1"/>
          </p:cNvPicPr>
          <p:nvPr>
            <p:ph idx="1"/>
          </p:nvPr>
        </p:nvPicPr>
        <p:blipFill>
          <a:blip r:embed="rId2"/>
          <a:stretch>
            <a:fillRect/>
          </a:stretch>
        </p:blipFill>
        <p:spPr>
          <a:xfrm>
            <a:off x="1034468" y="953311"/>
            <a:ext cx="8674485" cy="5223652"/>
          </a:xfrm>
          <a:prstGeom prst="rect">
            <a:avLst/>
          </a:prstGeom>
        </p:spPr>
      </p:pic>
    </p:spTree>
    <p:extLst>
      <p:ext uri="{BB962C8B-B14F-4D97-AF65-F5344CB8AC3E}">
        <p14:creationId xmlns:p14="http://schemas.microsoft.com/office/powerpoint/2010/main" val="71905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AAF0D-4268-5A5C-4548-CD1EB2630002}"/>
              </a:ext>
            </a:extLst>
          </p:cNvPr>
          <p:cNvSpPr>
            <a:spLocks noGrp="1"/>
          </p:cNvSpPr>
          <p:nvPr>
            <p:ph type="title"/>
          </p:nvPr>
        </p:nvSpPr>
        <p:spPr/>
        <p:txBody>
          <a:bodyPr/>
          <a:lstStyle/>
          <a:p>
            <a:r>
              <a:rPr lang="en-US" dirty="0" err="1"/>
              <a:t>Pheno</a:t>
            </a:r>
            <a:endParaRPr lang="en-US" dirty="0"/>
          </a:p>
        </p:txBody>
      </p:sp>
      <p:pic>
        <p:nvPicPr>
          <p:cNvPr id="5" name="Picture 4">
            <a:extLst>
              <a:ext uri="{FF2B5EF4-FFF2-40B4-BE49-F238E27FC236}">
                <a16:creationId xmlns:a16="http://schemas.microsoft.com/office/drawing/2014/main" id="{D7D4A950-83A2-0D8A-E5B5-AC2B725B6512}"/>
              </a:ext>
            </a:extLst>
          </p:cNvPr>
          <p:cNvPicPr>
            <a:picLocks noChangeAspect="1"/>
          </p:cNvPicPr>
          <p:nvPr/>
        </p:nvPicPr>
        <p:blipFill>
          <a:blip r:embed="rId2"/>
          <a:stretch>
            <a:fillRect/>
          </a:stretch>
        </p:blipFill>
        <p:spPr>
          <a:xfrm>
            <a:off x="2684923" y="636104"/>
            <a:ext cx="8292225" cy="4934364"/>
          </a:xfrm>
          <a:prstGeom prst="rect">
            <a:avLst/>
          </a:prstGeom>
        </p:spPr>
      </p:pic>
    </p:spTree>
    <p:extLst>
      <p:ext uri="{BB962C8B-B14F-4D97-AF65-F5344CB8AC3E}">
        <p14:creationId xmlns:p14="http://schemas.microsoft.com/office/powerpoint/2010/main" val="1840447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96F5-5C6D-5992-EB64-4FA216F63E53}"/>
              </a:ext>
            </a:extLst>
          </p:cNvPr>
          <p:cNvSpPr>
            <a:spLocks noGrp="1"/>
          </p:cNvSpPr>
          <p:nvPr>
            <p:ph type="title"/>
          </p:nvPr>
        </p:nvSpPr>
        <p:spPr/>
        <p:txBody>
          <a:bodyPr/>
          <a:lstStyle/>
          <a:p>
            <a:r>
              <a:rPr lang="en-US" dirty="0"/>
              <a:t>Pheno1</a:t>
            </a:r>
          </a:p>
        </p:txBody>
      </p:sp>
      <p:pic>
        <p:nvPicPr>
          <p:cNvPr id="5" name="Picture 4">
            <a:extLst>
              <a:ext uri="{FF2B5EF4-FFF2-40B4-BE49-F238E27FC236}">
                <a16:creationId xmlns:a16="http://schemas.microsoft.com/office/drawing/2014/main" id="{4AA5ACD3-D72F-15DB-427D-5FB77803DD53}"/>
              </a:ext>
            </a:extLst>
          </p:cNvPr>
          <p:cNvPicPr>
            <a:picLocks noChangeAspect="1"/>
          </p:cNvPicPr>
          <p:nvPr/>
        </p:nvPicPr>
        <p:blipFill>
          <a:blip r:embed="rId2"/>
          <a:stretch>
            <a:fillRect/>
          </a:stretch>
        </p:blipFill>
        <p:spPr>
          <a:xfrm>
            <a:off x="3554504" y="1351721"/>
            <a:ext cx="7190088" cy="5585791"/>
          </a:xfrm>
          <a:prstGeom prst="rect">
            <a:avLst/>
          </a:prstGeom>
        </p:spPr>
      </p:pic>
    </p:spTree>
    <p:extLst>
      <p:ext uri="{BB962C8B-B14F-4D97-AF65-F5344CB8AC3E}">
        <p14:creationId xmlns:p14="http://schemas.microsoft.com/office/powerpoint/2010/main" val="2743460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736F68-E9A3-FD61-3D46-7A5E221EECB6}"/>
              </a:ext>
            </a:extLst>
          </p:cNvPr>
          <p:cNvSpPr>
            <a:spLocks noGrp="1"/>
          </p:cNvSpPr>
          <p:nvPr>
            <p:ph idx="1"/>
          </p:nvPr>
        </p:nvSpPr>
        <p:spPr>
          <a:xfrm>
            <a:off x="669235" y="493782"/>
            <a:ext cx="10515600" cy="4351338"/>
          </a:xfrm>
        </p:spPr>
        <p:txBody>
          <a:bodyPr/>
          <a:lstStyle/>
          <a:p>
            <a:r>
              <a:rPr lang="en-US" sz="2000" dirty="0"/>
              <a:t>Scaling and standardizing is need for structural traits like canopy area, volume, height….but indices are already partially standardized and if we do that we may remove biologically meaningful variation and that may hurt longitudinal modeling/trajectory interpretation</a:t>
            </a:r>
          </a:p>
          <a:p>
            <a:endParaRPr lang="en-US" dirty="0"/>
          </a:p>
        </p:txBody>
      </p:sp>
      <p:pic>
        <p:nvPicPr>
          <p:cNvPr id="5" name="Picture 4">
            <a:extLst>
              <a:ext uri="{FF2B5EF4-FFF2-40B4-BE49-F238E27FC236}">
                <a16:creationId xmlns:a16="http://schemas.microsoft.com/office/drawing/2014/main" id="{5BFF4C09-8321-C536-521D-431106F04FB3}"/>
              </a:ext>
            </a:extLst>
          </p:cNvPr>
          <p:cNvPicPr>
            <a:picLocks noChangeAspect="1"/>
          </p:cNvPicPr>
          <p:nvPr/>
        </p:nvPicPr>
        <p:blipFill>
          <a:blip r:embed="rId2"/>
          <a:stretch>
            <a:fillRect/>
          </a:stretch>
        </p:blipFill>
        <p:spPr>
          <a:xfrm>
            <a:off x="153523" y="1872076"/>
            <a:ext cx="12038477" cy="4985924"/>
          </a:xfrm>
          <a:prstGeom prst="rect">
            <a:avLst/>
          </a:prstGeom>
        </p:spPr>
      </p:pic>
    </p:spTree>
    <p:extLst>
      <p:ext uri="{BB962C8B-B14F-4D97-AF65-F5344CB8AC3E}">
        <p14:creationId xmlns:p14="http://schemas.microsoft.com/office/powerpoint/2010/main" val="42235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4DCF54-840F-7994-3E0D-FA67E38BBF9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8FB427B-C24C-8E73-24AC-F83B415ED819}"/>
              </a:ext>
            </a:extLst>
          </p:cNvPr>
          <p:cNvPicPr>
            <a:picLocks noChangeAspect="1"/>
          </p:cNvPicPr>
          <p:nvPr/>
        </p:nvPicPr>
        <p:blipFill>
          <a:blip r:embed="rId2"/>
          <a:stretch>
            <a:fillRect/>
          </a:stretch>
        </p:blipFill>
        <p:spPr>
          <a:xfrm>
            <a:off x="341243" y="698556"/>
            <a:ext cx="11652906" cy="5622731"/>
          </a:xfrm>
          <a:prstGeom prst="rect">
            <a:avLst/>
          </a:prstGeom>
        </p:spPr>
      </p:pic>
    </p:spTree>
    <p:extLst>
      <p:ext uri="{BB962C8B-B14F-4D97-AF65-F5344CB8AC3E}">
        <p14:creationId xmlns:p14="http://schemas.microsoft.com/office/powerpoint/2010/main" val="1605916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1FDFEB0-645C-8CAF-DDE4-CA10FE22E5AB}"/>
              </a:ext>
            </a:extLst>
          </p:cNvPr>
          <p:cNvPicPr>
            <a:picLocks noGrp="1" noChangeAspect="1"/>
          </p:cNvPicPr>
          <p:nvPr>
            <p:ph idx="1"/>
          </p:nvPr>
        </p:nvPicPr>
        <p:blipFill>
          <a:blip r:embed="rId2"/>
          <a:stretch>
            <a:fillRect/>
          </a:stretch>
        </p:blipFill>
        <p:spPr>
          <a:xfrm>
            <a:off x="643467" y="648208"/>
            <a:ext cx="10905066" cy="5561582"/>
          </a:xfrm>
          <a:prstGeom prst="rect">
            <a:avLst/>
          </a:prstGeom>
        </p:spPr>
      </p:pic>
    </p:spTree>
    <p:extLst>
      <p:ext uri="{BB962C8B-B14F-4D97-AF65-F5344CB8AC3E}">
        <p14:creationId xmlns:p14="http://schemas.microsoft.com/office/powerpoint/2010/main" val="2490061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91ACA5-C681-9AF0-44E7-D6BD228BB504}"/>
              </a:ext>
            </a:extLst>
          </p:cNvPr>
          <p:cNvPicPr>
            <a:picLocks noChangeAspect="1"/>
          </p:cNvPicPr>
          <p:nvPr/>
        </p:nvPicPr>
        <p:blipFill>
          <a:blip r:embed="rId2"/>
          <a:stretch>
            <a:fillRect/>
          </a:stretch>
        </p:blipFill>
        <p:spPr>
          <a:xfrm>
            <a:off x="409575" y="142875"/>
            <a:ext cx="11372850" cy="6572250"/>
          </a:xfrm>
          <a:prstGeom prst="rect">
            <a:avLst/>
          </a:prstGeom>
        </p:spPr>
      </p:pic>
    </p:spTree>
    <p:extLst>
      <p:ext uri="{BB962C8B-B14F-4D97-AF65-F5344CB8AC3E}">
        <p14:creationId xmlns:p14="http://schemas.microsoft.com/office/powerpoint/2010/main" val="586622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A18BC-DF13-25CC-4DEC-3EFEC29F11A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D94E9D0-9BAA-605F-A0FA-47F1D355659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170552B-1D73-61EB-2D3D-0A8BE9871A7C}"/>
              </a:ext>
            </a:extLst>
          </p:cNvPr>
          <p:cNvPicPr>
            <a:picLocks noChangeAspect="1"/>
          </p:cNvPicPr>
          <p:nvPr/>
        </p:nvPicPr>
        <p:blipFill>
          <a:blip r:embed="rId2"/>
          <a:stretch>
            <a:fillRect/>
          </a:stretch>
        </p:blipFill>
        <p:spPr>
          <a:xfrm>
            <a:off x="456902" y="0"/>
            <a:ext cx="11278195" cy="6858000"/>
          </a:xfrm>
          <a:prstGeom prst="rect">
            <a:avLst/>
          </a:prstGeom>
        </p:spPr>
      </p:pic>
    </p:spTree>
    <p:extLst>
      <p:ext uri="{BB962C8B-B14F-4D97-AF65-F5344CB8AC3E}">
        <p14:creationId xmlns:p14="http://schemas.microsoft.com/office/powerpoint/2010/main" val="3650357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C6A17-E648-715E-115B-E7BFAB9652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CE51E32-AFD0-7269-890A-F73D73C5598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49B004A-E60A-5E5B-4241-04163B4F9FB8}"/>
              </a:ext>
            </a:extLst>
          </p:cNvPr>
          <p:cNvPicPr>
            <a:picLocks noChangeAspect="1"/>
          </p:cNvPicPr>
          <p:nvPr/>
        </p:nvPicPr>
        <p:blipFill>
          <a:blip r:embed="rId2"/>
          <a:stretch>
            <a:fillRect/>
          </a:stretch>
        </p:blipFill>
        <p:spPr>
          <a:xfrm>
            <a:off x="456902" y="0"/>
            <a:ext cx="11278195" cy="6858000"/>
          </a:xfrm>
          <a:prstGeom prst="rect">
            <a:avLst/>
          </a:prstGeom>
        </p:spPr>
      </p:pic>
    </p:spTree>
    <p:extLst>
      <p:ext uri="{BB962C8B-B14F-4D97-AF65-F5344CB8AC3E}">
        <p14:creationId xmlns:p14="http://schemas.microsoft.com/office/powerpoint/2010/main" val="876074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14EC6C-BC93-35A8-B6FC-0CD8B4A23E49}"/>
              </a:ext>
            </a:extLst>
          </p:cNvPr>
          <p:cNvSpPr>
            <a:spLocks noGrp="1"/>
          </p:cNvSpPr>
          <p:nvPr>
            <p:ph idx="1"/>
          </p:nvPr>
        </p:nvSpPr>
        <p:spPr>
          <a:xfrm>
            <a:off x="595008" y="376203"/>
            <a:ext cx="10515600" cy="4351338"/>
          </a:xfrm>
        </p:spPr>
        <p:txBody>
          <a:bodyPr/>
          <a:lstStyle/>
          <a:p>
            <a:r>
              <a:rPr lang="en-US" dirty="0"/>
              <a:t>different drones</a:t>
            </a:r>
          </a:p>
          <a:p>
            <a:r>
              <a:rPr lang="en-US" dirty="0"/>
              <a:t>different flight heights</a:t>
            </a:r>
          </a:p>
          <a:p>
            <a:r>
              <a:rPr lang="en-US" dirty="0"/>
              <a:t>different reconstruction scales</a:t>
            </a:r>
          </a:p>
          <a:p>
            <a:r>
              <a:rPr lang="en-US" dirty="0"/>
              <a:t>possibly different units</a:t>
            </a:r>
          </a:p>
          <a:p>
            <a:r>
              <a:rPr lang="en-US" dirty="0"/>
              <a:t>Different people and pipeline</a:t>
            </a:r>
          </a:p>
          <a:p>
            <a:endParaRPr lang="en-US" dirty="0"/>
          </a:p>
          <a:p>
            <a:r>
              <a:rPr lang="en-US" dirty="0"/>
              <a:t>If I standardize by season, it preserve temporal signal but absolute magnitude information gets removed (meaningful development trends removed)</a:t>
            </a:r>
          </a:p>
        </p:txBody>
      </p:sp>
    </p:spTree>
    <p:extLst>
      <p:ext uri="{BB962C8B-B14F-4D97-AF65-F5344CB8AC3E}">
        <p14:creationId xmlns:p14="http://schemas.microsoft.com/office/powerpoint/2010/main" val="3725293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26450-C719-AB14-6E05-EB694A2DA3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5F2FA4-3A48-BDDE-15E0-CF6DD17827A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81689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BB198-9825-F055-8D6F-3DC3C998EB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35237F-EF74-7CB8-1B53-AB49334D76F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751512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10371</TotalTime>
  <Words>108</Words>
  <Application>Microsoft Office PowerPoint</Application>
  <PresentationFormat>Widescreen</PresentationFormat>
  <Paragraphs>23</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P3</vt:lpstr>
      <vt:lpstr>PowerPoint Presentation</vt:lpstr>
      <vt:lpstr>PowerPoint Presentation</vt:lpstr>
      <vt:lpstr>PowerPoint Presentation</vt:lpstr>
      <vt:lpstr>Pheno</vt:lpstr>
      <vt:lpstr>Pheno1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Kaur, Sehijpreet</dc:creator>
  <cp:lastModifiedBy>Kaur, Sehijpreet</cp:lastModifiedBy>
  <cp:revision>2</cp:revision>
  <dcterms:created xsi:type="dcterms:W3CDTF">2026-05-20T20:46:24Z</dcterms:created>
  <dcterms:modified xsi:type="dcterms:W3CDTF">2026-06-04T19:36:55Z</dcterms:modified>
</cp:coreProperties>
</file>